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Sistem Fuzzy Logic: Pemilihan Restoran Terbaik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Tugas Besar Kecerdasan Buatan</a:t>
            </a:r>
          </a:p>
          <a:p>
            <a:r>
              <a:t>S1 Rekayasa Perangkat Lunak</a:t>
            </a:r>
          </a:p>
          <a:p>
            <a:r>
              <a:t>Semester Genap 2025/2026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Deskripsi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Masalah: Memilih restoran terbaik dari 100 data di Bandung.</a:t>
            </a:r>
          </a:p>
          <a:p>
            <a:r>
              <a:t>- Variabel Input 1: Kualitas Pelayanan (Skala 1-100).</a:t>
            </a:r>
          </a:p>
          <a:p>
            <a:r>
              <a:t>- Variabel Input 2: Harga Makanan (Rentang 25.000 - 55.000).</a:t>
            </a:r>
          </a:p>
          <a:p>
            <a:r>
              <a:t>- Tujuan: Menghasilkan 5 rekomendasi restoran paling layak.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Arsitektur Sistem Fuzzy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Fuzzifikasi: Konversi nilai numerik ke variabel linguistik.</a:t>
            </a:r>
          </a:p>
          <a:p>
            <a:r>
              <a:t>2. Inferensi: Evaluasi aturan IF-THEN (Rule Base).</a:t>
            </a:r>
          </a:p>
          <a:p>
            <a:r>
              <a:t>3. Defuzzifikasi: Konversi kembali ke nilai skor kelayakan (Sugeno Method).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Fuzzifikasi: Kualitas Pelayanan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Buruk: &lt;= 30 (1.0), 30-50 (Linear Turun).</a:t>
            </a:r>
          </a:p>
          <a:p>
            <a:r>
              <a:t>- Biasa: 40-60 (Linear Naik), 60-80 (Linear Turun).</a:t>
            </a:r>
          </a:p>
          <a:p>
            <a:r>
              <a:t>- Bagus: 70-90 (Linear Naik), &gt; 90 (1.0).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Fuzzifikasi: Harga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Murah: &lt;= 25k (1.0), 25k-35k (Linear Turun).</a:t>
            </a:r>
          </a:p>
          <a:p>
            <a:r>
              <a:t>- Sedang: 30k-37.5k (Naik), 37.5k-45k (Turun).</a:t>
            </a:r>
          </a:p>
          <a:p>
            <a:r>
              <a:t>- Mahal: 40k-50k (Naik), &gt; 50k (1.0).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Aturan Inferensi (3x3)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71600" y="18288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685800">
                <a:tc>
                  <a:txBody>
                    <a:bodyPr/>
                    <a:lstStyle/>
                    <a:p>
                      <a:r>
                        <a:t>Pelayanan \ Harga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Murah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Mahal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Bagus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Biasa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Rendah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Buruk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Rendah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Rendah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Defuzzifikasi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Metode: Sugeno (Weighted Average).</a:t>
            </a:r>
          </a:p>
          <a:p>
            <a:r>
              <a:t>- Output Singletons:</a:t>
            </a:r>
          </a:p>
          <a:p>
            <a:r>
              <a:t>  * Rendah = 50</a:t>
            </a:r>
          </a:p>
          <a:p>
            <a:r>
              <a:t>  * Sedang = 75</a:t>
            </a:r>
          </a:p>
          <a:p>
            <a:r>
              <a:t>  * Tinggi = 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Hasil Akhir: Top 5 Restoran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73152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533400">
                <a:tc>
                  <a:txBody>
                    <a:bodyPr/>
                    <a:lstStyle/>
                    <a:p>
                      <a:r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Pelayanan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Harga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Skor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22.346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39.211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22.825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23.319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100.0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Sistem Fuzzy Logic berhasil memberikan penilaian yang lebih 'human-like'.</a:t>
            </a:r>
          </a:p>
          <a:p>
            <a:r>
              <a:t>- Kombinasi pelayanan tinggi dan harga murah menjadi prioritas utama.</a:t>
            </a:r>
          </a:p>
          <a:p>
            <a:r>
              <a:t>- Implementasi Python murni tanpa library membuktikan kekuatan algoritma dasar.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